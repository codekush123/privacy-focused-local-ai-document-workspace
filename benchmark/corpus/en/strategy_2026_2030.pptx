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Kuusiranta Energy - Strategy 2026-2030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Board presentation, 2 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Carbon-neutral own generation by 2030</a:t>
            </a:r>
          </a:p>
          <a:p>
            <a:r>
              <a:rPr sz="2000"/>
              <a:t>Renewable share of own generation 95 % by 2028</a:t>
            </a:r>
          </a:p>
          <a:p>
            <a:r>
              <a:rPr sz="2000"/>
              <a:t>400 MW of new wind and solar capacity by 2030</a:t>
            </a:r>
          </a:p>
          <a:p>
            <a:r>
              <a:rPr sz="2000"/>
              <a:t>Lost-time injury frequency below 3.0 by 2028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Ristineva wind farm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20 turbines x 6.0 MW = 120 MW</a:t>
            </a:r>
          </a:p>
          <a:p>
            <a:r>
              <a:rPr sz="2000"/>
              <a:t>Turbine supplier: Nordwind Turbines</a:t>
            </a:r>
          </a:p>
          <a:p>
            <a:r>
              <a:rPr sz="2000"/>
              <a:t>Investment: EUR 168 million</a:t>
            </a:r>
          </a:p>
          <a:p>
            <a:r>
              <a:rPr sz="2000"/>
              <a:t>Commissioning: autumn 2027 (four months later than planned)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Haukilahti solar park - 22 MW - 2026</a:t>
            </a:r>
          </a:p>
          <a:p>
            <a:r>
              <a:rPr sz="2000"/>
              <a:t>Hietasaari battery storage - 30 MW - 2026</a:t>
            </a:r>
          </a:p>
          <a:p>
            <a:r>
              <a:rPr sz="2000"/>
              <a:t>Ristineva wind farm - 120 MW - 2027</a:t>
            </a:r>
          </a:p>
          <a:p>
            <a:r>
              <a:rPr sz="2000"/>
              <a:t>Tervaharju wind farm - 78 MW - 2028; permit appeal pending, schedule at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Phasing out combustion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Vanhalinna CHP plant closes in 2028</a:t>
            </a:r>
          </a:p>
          <a:p>
            <a:r>
              <a:rPr sz="2000"/>
              <a:t>Replaced by two heat pumps (24 MW in total) and a 40 MW electric boiler</a:t>
            </a:r>
          </a:p>
          <a:p>
            <a:r>
              <a:rPr sz="2000"/>
              <a:t>Investment: EUR 52 million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Appeals against environmental permits</a:t>
            </a:r>
          </a:p>
          <a:p>
            <a:r>
              <a:rPr sz="2000"/>
              <a:t>Supply chain delays, especially transformers</a:t>
            </a:r>
          </a:p>
          <a:p>
            <a:r>
              <a:rPr sz="2000"/>
              <a:t>Limited grid connection capacity</a:t>
            </a:r>
          </a:p>
          <a:p>
            <a:r>
              <a:rPr sz="2000"/>
              <a:t>Volatile electricity prices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Board decision on the Vanhalinna replacement investment in March 2026</a:t>
            </a:r>
          </a:p>
          <a:p>
            <a:r>
              <a:rPr sz="2000"/>
              <a:t>Updated Ristineva schedule to the board in January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