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Kuusiranta Energia - Strategia 2026-2030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Esitys hallitukselle, 2.12.2025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Tavoitteemme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Hiilineutraali oma tuotanto vuoteen 2030 mennessä</a:t>
            </a:r>
          </a:p>
          <a:p>
            <a:r>
              <a:rPr sz="2000"/>
              <a:t>Uusiutuvien osuus omasta tuotannosta 95 % vuoteen 2028 mennessä</a:t>
            </a:r>
          </a:p>
          <a:p>
            <a:r>
              <a:rPr sz="2000"/>
              <a:t>400 MW uutta tuuli- ja aurinkovoimakapasiteettia vuoteen 2030 mennessä</a:t>
            </a:r>
          </a:p>
          <a:p>
            <a:r>
              <a:rPr sz="2000"/>
              <a:t>Tapaturmataajuus alle 3,0 vuoteen 2028 mennessä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Ristinevan tuulipuisto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20 voimalaa x 6,0 MW = 120 MW</a:t>
            </a:r>
          </a:p>
          <a:p>
            <a:r>
              <a:rPr sz="2000"/>
              <a:t>Voimaloiden toimittaja: Nordwind Turbines</a:t>
            </a:r>
          </a:p>
          <a:p>
            <a:r>
              <a:rPr sz="2000"/>
              <a:t>Investointi: 168 miljoonaa euroa</a:t>
            </a:r>
          </a:p>
          <a:p>
            <a:r>
              <a:rPr sz="2000"/>
              <a:t>Käyttöönotto: syksy 2027 (neljä kuukautta suunniteltua myöhemmin)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Hankeputki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Haukilahden aurinkopuisto - 22 MW - 2026</a:t>
            </a:r>
          </a:p>
          <a:p>
            <a:r>
              <a:rPr sz="2000"/>
              <a:t>Hietasaaren akkuvarasto - 30 MW - 2026</a:t>
            </a:r>
          </a:p>
          <a:p>
            <a:r>
              <a:rPr sz="2000"/>
              <a:t>Ristinevan tuulipuisto - 120 MW - 2027</a:t>
            </a:r>
          </a:p>
          <a:p>
            <a:r>
              <a:rPr sz="2000"/>
              <a:t>Tervaharjun tuulipuisto - 78 MW - 2028; lupavalitus käsittelyssä, aikataulu vaarassa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Polttoon perustuvasta tuotannosta luopuminen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Vanhalinnan yhteistuotantolaitos suljetaan vuonna 2028</a:t>
            </a:r>
          </a:p>
          <a:p>
            <a:r>
              <a:rPr sz="2000"/>
              <a:t>Korvataan kahdella lämpöpumpulla (yhteensä 24 MW) ja 40 MW:n sähkökattilalla</a:t>
            </a:r>
          </a:p>
          <a:p>
            <a:r>
              <a:rPr sz="2000"/>
              <a:t>Investointi: 52 miljoonaa euroa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Keskeiset riskit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Ympäristölupia koskevat valitukset</a:t>
            </a:r>
          </a:p>
          <a:p>
            <a:r>
              <a:rPr sz="2000"/>
              <a:t>Toimitusketjujen viivästykset, erityisesti muuntajien</a:t>
            </a:r>
          </a:p>
          <a:p>
            <a:r>
              <a:rPr sz="2000"/>
              <a:t>Rajallinen verkkoliityntäkapasiteetti</a:t>
            </a:r>
          </a:p>
          <a:p>
            <a:r>
              <a:rPr sz="2000"/>
              <a:t>Sähkön hintojen voimakas vaihtelu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Seuraavat askeleet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Hallituksen päätös Vanhalinnan korvaavasta investoinnista maaliskuussa 2026</a:t>
            </a:r>
          </a:p>
          <a:p>
            <a:r>
              <a:rPr sz="2000"/>
              <a:t>Päivitetty Ristinevan aikataulu hallitukselle tammikuussa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